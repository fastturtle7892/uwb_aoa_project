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128016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777240"/>
            <a:ext cx="128016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777240"/>
            <a:ext cx="128016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777240"/>
            <a:ext cx="7607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FOR SK TELECOM · 무선 NETWORK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Portfolio by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17904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장윤석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무선 신호와 장비의 동작을 분석하고, 실험으로 성능 개선을 검증하는 엔지니어입니다.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SIGNAL 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WIRELESS PROTOCOL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/ EMBEDDED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 OPTIMIZATION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199632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32764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     PROJECTS      SKILLS      CONTACT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85816" y="63276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jangys7892@gmail.com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55120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1 OF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각도(AoA)와 거리(DS-TWR) 정보를 결합해 앵커 1개로 실내 위치를 추정한 실시간 위치 시스템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Shape 9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[확인 필요]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AoA 알고리즘 설계 · 펌웨어 구현 · 실험 검증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5000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3225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배경과 문제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615184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다중 앵커 기반 삼변측량 RTLS는 앵커를 여러 개 설치·동기화해야 해 구축 비용과 공간 제약이 큽니다. 앵커 수를 줄이면서도 위치를 추정할 수 있는 방법이 필요했습니다.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6758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86784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1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AoA + DS-TWR 결합 단일 앵커 측위 알고리즘 설계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1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안테나 배열 기반 위상차 → 각도 추정 펌웨어 구현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1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앵커 3개 → 1개로 축소, 패킷 교환 약 73% 감소</a:t>
            </a:r>
            <a:endParaRPr lang="en-US" sz="113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–"/>
            </a:pPr>
            <a:r>
              <a:rPr lang="en-US" sz="11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실시간 동작 검증 및 튐(outlier) 보정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46320" y="2322576"/>
            <a:ext cx="3794760" cy="198424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2624" y="2468880"/>
            <a:ext cx="3502152" cy="1435608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0" name="Image 0" descr="/home/claude/build_bmw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139" y="2596896"/>
            <a:ext cx="1153123" cy="117957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92624" y="3995928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기존 · 3-Anchor Triangulation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46320" y="4489704"/>
            <a:ext cx="3794760" cy="198424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92624" y="4636008"/>
            <a:ext cx="3502152" cy="1435608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4" name="Image 1" descr="/home/claude/build_bmw/assets/aoa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47" y="4764024"/>
            <a:ext cx="1175905" cy="117957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992624" y="6163056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제안 · 1-Anchor AoA + DS-TWR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2026-09-16T12:36:29Z</dcterms:created>
  <dcterms:modified xsi:type="dcterms:W3CDTF">2026-09-16T12:36:29Z</dcterms:modified>
</cp:coreProperties>
</file>